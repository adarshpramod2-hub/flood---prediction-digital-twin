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Flood Prediction and Digital Twin Visualization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0000"/>
          </a:bodyPr>
          <a:lstStyle/>
          <a:p>
            <a:r>
              <a:t>Adarsh Pramod</a:t>
            </a:r>
          </a:p>
          <a:p>
            <a:r>
              <a:t>Student ID: A12944</a:t>
            </a:r>
          </a:p>
          <a:p>
            <a:r>
              <a:t>M</a:t>
            </a:r>
            <a:r>
              <a:rPr lang="en-IE"/>
              <a:t>Eng</a:t>
            </a:r>
            <a:r>
              <a:t> Electronics and Computer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Floods are one of the major natural disasters affecting people and infrastructure.</a:t>
            </a:r>
          </a:p>
          <a:p>
            <a:r>
              <a:t>Traditional flood monitoring systems have limitations in visualization and decision support.</a:t>
            </a:r>
          </a:p>
          <a:p>
            <a:r>
              <a:t>This project focuses on predicting flood risk and visualizing it using a Digital Twin approach.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Flood prediction is difficult due to uncertainty in rainfall and environmental conditions.</a:t>
            </a:r>
          </a:p>
          <a:p>
            <a:r>
              <a:t>Existing systems may not provide intuitive visualization for decision-makers.</a:t>
            </a:r>
          </a:p>
          <a:p>
            <a:r>
              <a:t>There is a need for a system that converts environmental data into meaningful flood risk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flood prediction methods and their limitations.</a:t>
            </a:r>
          </a:p>
          <a:p>
            <a:r>
              <a:t>Develop a Python-based flood prediction framework.</a:t>
            </a:r>
          </a:p>
          <a:p>
            <a:r>
              <a:t>Estimate flood risk and flood intensity using environmental data.</a:t>
            </a:r>
          </a:p>
          <a:p>
            <a:r>
              <a:t>Visualize flood scenarios using CesiumJS.</a:t>
            </a:r>
          </a:p>
          <a:p>
            <a:r>
              <a:t>Support decision-making through interactive visualization.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– Data processing and flood prediction logic</a:t>
            </a:r>
          </a:p>
          <a:p>
            <a:r>
              <a:t>CesiumJS – 3D Digital Twin visualization</a:t>
            </a:r>
          </a:p>
          <a:p>
            <a:r>
              <a:t>Node.js – Frontend environment and package management</a:t>
            </a:r>
          </a:p>
          <a:p>
            <a:r>
              <a:t>NumPy – Numerical and array-based calculations</a:t>
            </a:r>
          </a:p>
          <a:p>
            <a:r>
              <a:t>Potential future integration with databases and APIs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Rainfall and water level data are collected from datasets or APIs.</a:t>
            </a:r>
          </a:p>
          <a:p>
            <a:r>
              <a:t>Python processes the data and estimates flood risk.</a:t>
            </a:r>
          </a:p>
          <a:p>
            <a:r>
              <a:t>The processed output is transferred to the frontend.</a:t>
            </a:r>
          </a:p>
          <a:p>
            <a:r>
              <a:t>CesiumJS visualizes flood-prone areas in a 3D environment.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does not predict rainfall directly.</a:t>
            </a:r>
          </a:p>
          <a:p>
            <a:r>
              <a:t>Weather forecasts are used as input scenarios.</a:t>
            </a:r>
          </a:p>
          <a:p>
            <a:r>
              <a:t>The system estimates flood risk under different rainfall conditions.</a:t>
            </a:r>
          </a:p>
          <a:p>
            <a:r>
              <a:t>Flood intensity is categorized as Low, Medium, or High.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Integration with real-time weather APIs</a:t>
            </a:r>
          </a:p>
          <a:p>
            <a:r>
              <a:t>Use of Machine Learning for enhanced prediction</a:t>
            </a:r>
          </a:p>
          <a:p>
            <a:r>
              <a:t>Real-time sensor integration</a:t>
            </a:r>
          </a:p>
          <a:p>
            <a:r>
              <a:t>Database support for dynamic data management</a:t>
            </a:r>
          </a:p>
          <a:p>
            <a:r>
              <a:t>Advanced flood simulation and visualization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combines flood prediction with Digital Twin visualization.</a:t>
            </a:r>
          </a:p>
          <a:p>
            <a:r>
              <a:t>It focuses on decision support and flood risk estimation.</a:t>
            </a:r>
          </a:p>
          <a:p>
            <a:r>
              <a:t>The system can be expanded in future using real-time data and AI techniques.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2165</Words>
  <Application>WPS Presentation</Application>
  <PresentationFormat>On-screen Show (4:3)</PresentationFormat>
  <Paragraphs>62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AI-Based Flood Prediction and Digital Twin Visualization System</vt:lpstr>
      <vt:lpstr>Project Introduction</vt:lpstr>
      <vt:lpstr>Problem Statement</vt:lpstr>
      <vt:lpstr>Project Objectives</vt:lpstr>
      <vt:lpstr>Technologies Used</vt:lpstr>
      <vt:lpstr>System Architecture</vt:lpstr>
      <vt:lpstr>Prediction Logic</vt:lpstr>
      <vt:lpstr>Future Improvements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adars</cp:lastModifiedBy>
  <cp:revision>2</cp:revision>
  <dcterms:created xsi:type="dcterms:W3CDTF">2013-01-27T09:14:00Z</dcterms:created>
  <dcterms:modified xsi:type="dcterms:W3CDTF">2026-05-22T11:42:19Z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84B9C2107C4744D8BBF34B1035206585_12</vt:lpwstr>
  </property>
</Properties>
</file>